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Výsledky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Body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Excel</c:v>
                </c:pt>
                <c:pt idx="1">
                  <c:v>Word</c:v>
                </c:pt>
                <c:pt idx="2">
                  <c:v>PowerPoint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Arial"/>
              </a:rPr>
              <a:t>Ukázková prezentace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Informatiky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Obsah prezentace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latin typeface="Calibri"/>
              </a:rPr>
              <a:t>Excel</a:t>
            </a:r>
          </a:p>
          <a:p>
            <a:pPr algn="l"/>
            <a:r>
              <a:rPr sz="2000">
                <a:latin typeface="Calibri"/>
              </a:rPr>
              <a:t>Word</a:t>
            </a:r>
          </a:p>
          <a:p>
            <a:pPr algn="l"/>
            <a:r>
              <a:rPr sz="2000">
                <a:latin typeface="Calibri"/>
              </a:rPr>
              <a:t>PowerPoint</a:t>
            </a:r>
          </a:p>
        </p:txBody>
      </p:sp>
      <p:pic>
        <p:nvPicPr>
          <p:cNvPr id="4" name="Picture 3" descr="test_obraz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2926080" cy="182880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Tabulka a tvary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09600">
                <a:tc>
                  <a:txBody>
                    <a:bodyPr/>
                    <a:lstStyle/>
                    <a:p>
                      <a:r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Body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Vzorce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Formátování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HOTOVO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 výsledků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